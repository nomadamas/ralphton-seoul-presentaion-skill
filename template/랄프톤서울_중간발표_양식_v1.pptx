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uce" charset="1" panose="00000500000000000000"/>
      <p:regular r:id="rId12"/>
    </p:embeddedFont>
    <p:embeddedFont>
      <p:font typeface="Open Sauce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725186"/>
            <a:ext cx="11240665" cy="9110821"/>
          </a:xfrm>
          <a:custGeom>
            <a:avLst/>
            <a:gdLst/>
            <a:ahLst/>
            <a:cxnLst/>
            <a:rect r="r" b="b" t="t" l="l"/>
            <a:pathLst>
              <a:path h="9110821" w="11240665">
                <a:moveTo>
                  <a:pt x="0" y="0"/>
                </a:moveTo>
                <a:lnTo>
                  <a:pt x="11240665" y="0"/>
                </a:lnTo>
                <a:lnTo>
                  <a:pt x="11240665" y="9110820"/>
                </a:lnTo>
                <a:lnTo>
                  <a:pt x="0" y="9110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831" r="0" b="-3867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1766" y="1950640"/>
            <a:ext cx="13976398" cy="160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2"/>
              </a:lnSpc>
            </a:pPr>
            <a:r>
              <a:rPr lang="en-US" sz="10618">
                <a:solidFill>
                  <a:srgbClr val="F3F3F3"/>
                </a:solidFill>
                <a:latin typeface="Open Sauce"/>
                <a:ea typeface="Open Sauce"/>
                <a:cs typeface="Open Sauce"/>
                <a:sym typeface="Open Sauce"/>
              </a:rPr>
              <a:t>프로젝트명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60413" y="8360467"/>
            <a:ext cx="2288327" cy="55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</a:pPr>
            <a:r>
              <a:rPr lang="en-US" sz="3223">
                <a:solidFill>
                  <a:srgbClr val="F3F3F3"/>
                </a:solidFill>
                <a:latin typeface="Open Sauce"/>
                <a:ea typeface="Open Sauce"/>
                <a:cs typeface="Open Sauce"/>
                <a:sym typeface="Open Sauce"/>
              </a:rPr>
              <a:t>GitHub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28198" y="5056041"/>
            <a:ext cx="3800058" cy="55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</a:pPr>
            <a:r>
              <a:rPr lang="en-US" sz="3223">
                <a:solidFill>
                  <a:srgbClr val="F3F3F3"/>
                </a:solidFill>
                <a:latin typeface="Open Sauce"/>
                <a:ea typeface="Open Sauce"/>
                <a:cs typeface="Open Sauce"/>
                <a:sym typeface="Open Sauce"/>
              </a:rPr>
              <a:t>Team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28198" y="5682477"/>
            <a:ext cx="5582585" cy="61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707" b="true">
                <a:solidFill>
                  <a:srgbClr val="EFD91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Ralphthon1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60413" y="6709418"/>
            <a:ext cx="4915001" cy="55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</a:pPr>
            <a:r>
              <a:rPr lang="en-US" sz="3223">
                <a:solidFill>
                  <a:srgbClr val="F3F3F3"/>
                </a:solidFill>
                <a:latin typeface="Open Sauce"/>
                <a:ea typeface="Open Sauce"/>
                <a:cs typeface="Open Sauce"/>
                <a:sym typeface="Open Sauce"/>
              </a:rPr>
              <a:t>Member 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60413" y="7335854"/>
            <a:ext cx="5718155" cy="61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707" b="true">
                <a:solidFill>
                  <a:srgbClr val="EFD91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팀원1, 팀원2 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60413" y="8846671"/>
            <a:ext cx="6856137" cy="61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707" b="true">
                <a:solidFill>
                  <a:srgbClr val="EFD91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https://github.com/xxx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1766" y="545408"/>
            <a:ext cx="1397639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3F3F3"/>
                </a:solidFill>
                <a:latin typeface="Open Sauce"/>
                <a:ea typeface="Open Sauce"/>
                <a:cs typeface="Open Sauce"/>
                <a:sym typeface="Open Sauce"/>
              </a:rPr>
              <a:t>Ralphthon @Seoul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9014" y="5049338"/>
            <a:ext cx="1124200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문제정의 : 풀고자하는 문제가 얼마나 매력적인가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9014" y="7855549"/>
            <a:ext cx="1172505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랄프역량 : 얼마나 랄프에 진심인가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9014" y="2581695"/>
            <a:ext cx="15052682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심사기준은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심사위원의 현장 판단과 인간 개입 횟수에 100% 기반하지만,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아래와 같은 내용이 제안된다면 가장 효과적으로 나의 프로젝트를 어필할 수 있습니다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9014" y="6393032"/>
            <a:ext cx="1553572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솔루션 : 그 문제를 풀어내는 나의 솔루션 (프로덕트)이 얼마나 효과적인가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35446" y="9749155"/>
            <a:ext cx="1115255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87A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발표시 이 양식을 사용하신다면 이 페이지는 지워주세요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-57150"/>
            <a:ext cx="11152554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87A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발표는 자유양식이지만, 1회차 랄프톤의 경험으로 회고해보면,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87A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나의 프로덕트를 제대로 피칭하지 못했던 점이 아쉬웠습니다.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87A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그래서, 최소한 이런 내용이 들어가면 좋겠다라고 생각하고 가벼운 양식을 만들었습니다.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9014" y="210638"/>
            <a:ext cx="771757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문제 정의 : 풀고자하는 문제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1019175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69014" y="1508265"/>
            <a:ext cx="1505268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누구의 어떤 문제인지, 얼마나 자주 겪고 있고, 얼마나 고통받고 있는지를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개인 경험 또는 고객 사례로 풀어내면 설득력이 올라갑니다.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9014" y="166478"/>
            <a:ext cx="771757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솔루션 (또는 프로덕트)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1019175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69014" y="1508265"/>
            <a:ext cx="1505268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우리가 만드는 것을 한문장으로 딱! 정의하고, 핵심 기능 (또는 워크플로우)를 간단히 보여주는 페이지 입니다. 중간발표는 간단한 흐름도 수준이어도 충분합니다.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9014" y="184368"/>
            <a:ext cx="771757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나의 랄프 세팅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1019175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69014" y="1508265"/>
            <a:ext cx="1505268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어떤 AI에이전트를 쓰는지, 랄프를 지속하기 위해 어떤 방법을 사용하였는지 등 자유롭게 기술해주세요. 나는 이 방법으로 가재옷을 입지 않을 자신이 있다!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9014" y="202259"/>
            <a:ext cx="771757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현재 진행 상황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1019175"/>
            <a:ext cx="182880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69014" y="1508265"/>
            <a:ext cx="15052682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옵셔널한 페이지로서, 현재까지 진행된 상황을 간단히 기술해보세요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정리하다보면 회고를 통해 가재옷을 입을 전략적 타이밍을 잡을 수도 있습니다!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DAHE_uMH3ec</dc:identifier>
  <dcterms:modified xsi:type="dcterms:W3CDTF">2011-08-01T06:04:30Z</dcterms:modified>
  <cp:revision>1</cp:revision>
  <dc:title>풀고자하는 문제</dc:title>
</cp:coreProperties>
</file>